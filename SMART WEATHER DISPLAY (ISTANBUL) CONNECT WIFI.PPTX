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notesMasterIdLst>
    <p:notesMasterId r:id="rId7"/>
  </p:notesMasterIdLst>
  <p:sldIdLst>
    <p:sldId id="256" r:id="rId2"/>
    <p:sldId id="278" r:id="rId3"/>
    <p:sldId id="279" r:id="rId4"/>
    <p:sldId id="271" r:id="rId5"/>
    <p:sldId id="27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79" autoAdjust="0"/>
    <p:restoredTop sz="94660"/>
  </p:normalViewPr>
  <p:slideViewPr>
    <p:cSldViewPr snapToGrid="0">
      <p:cViewPr varScale="1">
        <p:scale>
          <a:sx n="73" d="100"/>
          <a:sy n="73" d="100"/>
        </p:scale>
        <p:origin x="6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A571A9-4CDF-430A-BAB1-CA88A8E13181}" type="datetimeFigureOut">
              <a:rPr lang="tr-TR" smtClean="0"/>
              <a:t>30.07.2021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BF56E9-5059-481B-9B36-3D4D83097A9A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80741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BF56E9-5059-481B-9B36-3D4D83097A9A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354400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BF56E9-5059-481B-9B36-3D4D83097A9A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26220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64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423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46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5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2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78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502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147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754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783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37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7/30/2021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100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797" r:id="rId6"/>
    <p:sldLayoutId id="2147483793" r:id="rId7"/>
    <p:sldLayoutId id="2147483794" r:id="rId8"/>
    <p:sldLayoutId id="2147483795" r:id="rId9"/>
    <p:sldLayoutId id="2147483796" r:id="rId10"/>
    <p:sldLayoutId id="214748379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areketli bir trenden çekilen uzun pozlama fotoğraf">
            <a:extLst>
              <a:ext uri="{FF2B5EF4-FFF2-40B4-BE49-F238E27FC236}">
                <a16:creationId xmlns:a16="http://schemas.microsoft.com/office/drawing/2014/main" id="{9A757F2A-CD42-4AAB-82DB-22129E8220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79" r="11881" b="-1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C047A07C-DCEC-4AD5-8FF7-481C323A0D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11464637" cy="3204134"/>
          </a:xfrm>
        </p:spPr>
        <p:txBody>
          <a:bodyPr anchor="b">
            <a:normAutofit/>
          </a:bodyPr>
          <a:lstStyle/>
          <a:p>
            <a:r>
              <a:rPr lang="tr-TR" sz="4800" dirty="0">
                <a:solidFill>
                  <a:schemeClr val="accent1">
                    <a:lumMod val="50000"/>
                  </a:schemeClr>
                </a:solidFill>
              </a:rPr>
              <a:t>PROJECT: </a:t>
            </a:r>
            <a:r>
              <a:rPr lang="en-US" sz="4800" dirty="0">
                <a:solidFill>
                  <a:schemeClr val="accent1">
                    <a:lumMod val="50000"/>
                  </a:schemeClr>
                </a:solidFill>
              </a:rPr>
              <a:t>SMART WEATHER DISPLAY (ISTANBUL) CONNECT WIFI</a:t>
            </a:r>
            <a:endParaRPr lang="tr-TR" sz="4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31513772-0B9B-4DF3-93F2-1DE60E00E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825540" cy="1208141"/>
          </a:xfrm>
        </p:spPr>
        <p:txBody>
          <a:bodyPr>
            <a:normAutofit/>
          </a:bodyPr>
          <a:lstStyle/>
          <a:p>
            <a:pPr algn="ctr"/>
            <a:r>
              <a:rPr lang="tr-TR" sz="2000" b="1" dirty="0">
                <a:solidFill>
                  <a:schemeClr val="accent1">
                    <a:lumMod val="75000"/>
                  </a:schemeClr>
                </a:solidFill>
              </a:rPr>
              <a:t>Zeynep Gizem ÇETİNCİ YALÇIN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9309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16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 18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3" name="Rectangle 20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CAA4FA58-F8C8-4432-8B4F-AE88B6CB5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>
                <a:solidFill>
                  <a:schemeClr val="accent1">
                    <a:lumMod val="50000"/>
                  </a:schemeClr>
                </a:solidFill>
              </a:rPr>
              <a:t>SMART WEATHER DISPLAY (ISTANBUL) CONNECT WIFI</a:t>
            </a:r>
          </a:p>
        </p:txBody>
      </p:sp>
      <p:sp>
        <p:nvSpPr>
          <p:cNvPr id="34" name="Rectangle 2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Rectangle 2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wifi" descr="metin, elektronik eşyalar, bilgisayar içeren bir resim&#10;&#10;Açıklama otomatik olarak oluşturuldu">
            <a:hlinkClick r:id="" action="ppaction://media"/>
            <a:extLst>
              <a:ext uri="{FF2B5EF4-FFF2-40B4-BE49-F238E27FC236}">
                <a16:creationId xmlns:a16="http://schemas.microsoft.com/office/drawing/2014/main" id="{661DD2CB-EBB3-495F-BEFF-5362367E52A6}"/>
              </a:ext>
            </a:extLst>
          </p:cNvPr>
          <p:cNvPicPr>
            <a:picLocks noGrp="1" noChangeAspect="1"/>
          </p:cNvPicPr>
          <p:nvPr>
            <p:ph idx="1"/>
            <a:videoFile r:link="rId1"/>
            <p:extLst>
              <p:ext uri="{DAA4B4D4-6D71-4841-9C94-3DE7FCFB9230}">
                <p14:media xmlns:p14="http://schemas.microsoft.com/office/powerpoint/2010/main" r:embed="rId2">
                  <p14:trim st="5605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53051" y="289253"/>
            <a:ext cx="4506686" cy="6279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878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264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CAA4FA58-F8C8-4432-8B4F-AE88B6CB5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763" y="1351930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>
                <a:solidFill>
                  <a:schemeClr val="accent1">
                    <a:lumMod val="50000"/>
                  </a:schemeClr>
                </a:solidFill>
              </a:rPr>
              <a:t>SMART WEATHER DISPLAY (ISTANBUL) CONNECT WIFI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İçerik Yer Tutucusu 5" descr="metin içeren bir resim&#10;&#10;Açıklama otomatik olarak oluşturuldu">
            <a:extLst>
              <a:ext uri="{FF2B5EF4-FFF2-40B4-BE49-F238E27FC236}">
                <a16:creationId xmlns:a16="http://schemas.microsoft.com/office/drawing/2014/main" id="{AE7321DD-4757-447A-89E4-9EAA154EF8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2212" y="1626642"/>
            <a:ext cx="6046622" cy="36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34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71683E7-C764-4401-8B1A-97E4CCE27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7212" y="519413"/>
            <a:ext cx="10197575" cy="1142297"/>
          </a:xfrm>
        </p:spPr>
        <p:txBody>
          <a:bodyPr>
            <a:normAutofit/>
          </a:bodyPr>
          <a:lstStyle/>
          <a:p>
            <a:r>
              <a:rPr lang="tr-TR" sz="3600" dirty="0">
                <a:solidFill>
                  <a:schemeClr val="accent1">
                    <a:lumMod val="50000"/>
                  </a:schemeClr>
                </a:solidFill>
              </a:rPr>
              <a:t>SMART</a:t>
            </a:r>
            <a:r>
              <a:rPr lang="en-US" sz="36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tr-TR" sz="3600" dirty="0">
                <a:solidFill>
                  <a:schemeClr val="accent1">
                    <a:lumMod val="50000"/>
                  </a:schemeClr>
                </a:solidFill>
              </a:rPr>
              <a:t>WEATHER</a:t>
            </a:r>
            <a:r>
              <a:rPr lang="en-US" sz="36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tr-TR" sz="3600" dirty="0">
                <a:solidFill>
                  <a:schemeClr val="accent1">
                    <a:lumMod val="50000"/>
                  </a:schemeClr>
                </a:solidFill>
              </a:rPr>
              <a:t>DISPLAY </a:t>
            </a:r>
            <a:r>
              <a:rPr lang="en-US" sz="3600" dirty="0">
                <a:solidFill>
                  <a:schemeClr val="accent1">
                    <a:lumMod val="50000"/>
                  </a:schemeClr>
                </a:solidFill>
              </a:rPr>
              <a:t>(</a:t>
            </a:r>
            <a:r>
              <a:rPr lang="tr-TR" sz="3600" dirty="0">
                <a:solidFill>
                  <a:schemeClr val="accent1">
                    <a:lumMod val="50000"/>
                  </a:schemeClr>
                </a:solidFill>
              </a:rPr>
              <a:t>ISTANBUL</a:t>
            </a:r>
            <a:r>
              <a:rPr lang="en-US" sz="3600" dirty="0">
                <a:solidFill>
                  <a:schemeClr val="accent1">
                    <a:lumMod val="50000"/>
                  </a:schemeClr>
                </a:solidFill>
              </a:rPr>
              <a:t>) </a:t>
            </a:r>
            <a:r>
              <a:rPr lang="tr-TR" sz="3600" dirty="0">
                <a:solidFill>
                  <a:schemeClr val="accent1">
                    <a:lumMod val="50000"/>
                  </a:schemeClr>
                </a:solidFill>
              </a:rPr>
              <a:t>CONNECT</a:t>
            </a:r>
            <a:r>
              <a:rPr lang="en-US" sz="3600" dirty="0">
                <a:solidFill>
                  <a:schemeClr val="accent1">
                    <a:lumMod val="50000"/>
                  </a:schemeClr>
                </a:solidFill>
              </a:rPr>
              <a:t> WIFI</a:t>
            </a:r>
            <a:endParaRPr lang="tr-TR" sz="3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8" name="Resim 7" descr="metin içeren bir resim&#10;&#10;Açıklama otomatik olarak oluşturuldu">
            <a:extLst>
              <a:ext uri="{FF2B5EF4-FFF2-40B4-BE49-F238E27FC236}">
                <a16:creationId xmlns:a16="http://schemas.microsoft.com/office/drawing/2014/main" id="{5A76DE1B-7E8C-497A-9270-9CA892630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34" y="2136969"/>
            <a:ext cx="5487166" cy="2638793"/>
          </a:xfrm>
          <a:prstGeom prst="rect">
            <a:avLst/>
          </a:prstGeom>
        </p:spPr>
      </p:pic>
      <p:pic>
        <p:nvPicPr>
          <p:cNvPr id="10" name="Resim 9" descr="metin içeren bir resim&#10;&#10;Açıklama otomatik olarak oluşturuldu">
            <a:extLst>
              <a:ext uri="{FF2B5EF4-FFF2-40B4-BE49-F238E27FC236}">
                <a16:creationId xmlns:a16="http://schemas.microsoft.com/office/drawing/2014/main" id="{B0FEA93F-8BAD-43BC-9A63-9A68644603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8143" y="2136969"/>
            <a:ext cx="4305901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622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73294AC-DB1C-46B0-B566-711F1D4A1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tr-TR" sz="4000" dirty="0">
                <a:solidFill>
                  <a:schemeClr val="accent1">
                    <a:lumMod val="50000"/>
                  </a:schemeClr>
                </a:solidFill>
              </a:rPr>
              <a:t>SMART</a:t>
            </a:r>
            <a:r>
              <a:rPr lang="en-US" sz="40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tr-TR" sz="4000" dirty="0">
                <a:solidFill>
                  <a:schemeClr val="accent1">
                    <a:lumMod val="50000"/>
                  </a:schemeClr>
                </a:solidFill>
              </a:rPr>
              <a:t>WEATHER</a:t>
            </a:r>
            <a:r>
              <a:rPr lang="en-US" sz="40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tr-TR" sz="4000" dirty="0">
                <a:solidFill>
                  <a:schemeClr val="accent1">
                    <a:lumMod val="50000"/>
                  </a:schemeClr>
                </a:solidFill>
              </a:rPr>
              <a:t>DISPLAY </a:t>
            </a:r>
            <a:r>
              <a:rPr lang="en-US" sz="4000" dirty="0">
                <a:solidFill>
                  <a:schemeClr val="accent1">
                    <a:lumMod val="50000"/>
                  </a:schemeClr>
                </a:solidFill>
              </a:rPr>
              <a:t>(</a:t>
            </a:r>
            <a:r>
              <a:rPr lang="tr-TR" sz="4000" dirty="0">
                <a:solidFill>
                  <a:schemeClr val="accent1">
                    <a:lumMod val="50000"/>
                  </a:schemeClr>
                </a:solidFill>
              </a:rPr>
              <a:t>ISTANBUL</a:t>
            </a:r>
            <a:r>
              <a:rPr lang="en-US" sz="4000" dirty="0">
                <a:solidFill>
                  <a:schemeClr val="accent1">
                    <a:lumMod val="50000"/>
                  </a:schemeClr>
                </a:solidFill>
              </a:rPr>
              <a:t>) </a:t>
            </a:r>
            <a:r>
              <a:rPr lang="tr-TR" sz="4000" dirty="0">
                <a:solidFill>
                  <a:schemeClr val="accent1">
                    <a:lumMod val="50000"/>
                  </a:schemeClr>
                </a:solidFill>
              </a:rPr>
              <a:t>CONNECT</a:t>
            </a:r>
            <a:r>
              <a:rPr lang="en-US" sz="4000" dirty="0">
                <a:solidFill>
                  <a:schemeClr val="accent1">
                    <a:lumMod val="50000"/>
                  </a:schemeClr>
                </a:solidFill>
              </a:rPr>
              <a:t> WIFI</a:t>
            </a:r>
            <a:endParaRPr lang="tr-TR" dirty="0"/>
          </a:p>
        </p:txBody>
      </p:sp>
      <p:pic>
        <p:nvPicPr>
          <p:cNvPr id="6" name="Resim 5" descr="tablo içeren bir resim&#10;&#10;Açıklama otomatik olarak oluşturuldu">
            <a:extLst>
              <a:ext uri="{FF2B5EF4-FFF2-40B4-BE49-F238E27FC236}">
                <a16:creationId xmlns:a16="http://schemas.microsoft.com/office/drawing/2014/main" id="{6806566C-1D67-4E25-ACFE-6F7AA7EADA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731" y="2199976"/>
            <a:ext cx="6087325" cy="4286848"/>
          </a:xfrm>
          <a:prstGeom prst="rect">
            <a:avLst/>
          </a:prstGeom>
        </p:spPr>
      </p:pic>
      <p:pic>
        <p:nvPicPr>
          <p:cNvPr id="8" name="Resim 7" descr="metin içeren bir resim&#10;&#10;Açıklama otomatik olarak oluşturuldu">
            <a:extLst>
              <a:ext uri="{FF2B5EF4-FFF2-40B4-BE49-F238E27FC236}">
                <a16:creationId xmlns:a16="http://schemas.microsoft.com/office/drawing/2014/main" id="{4003D0EA-BDF9-4AF0-A5F5-7507B8A8F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7337" y="2323818"/>
            <a:ext cx="4544059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629130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LightSeedLeftStep">
      <a:dk1>
        <a:srgbClr val="000000"/>
      </a:dk1>
      <a:lt1>
        <a:srgbClr val="FFFFFF"/>
      </a:lt1>
      <a:dk2>
        <a:srgbClr val="213B39"/>
      </a:dk2>
      <a:lt2>
        <a:srgbClr val="E8E5E2"/>
      </a:lt2>
      <a:accent1>
        <a:srgbClr val="7FA6C4"/>
      </a:accent1>
      <a:accent2>
        <a:srgbClr val="6DAEAF"/>
      </a:accent2>
      <a:accent3>
        <a:srgbClr val="7AAC98"/>
      </a:accent3>
      <a:accent4>
        <a:srgbClr val="6DB079"/>
      </a:accent4>
      <a:accent5>
        <a:srgbClr val="86AC7A"/>
      </a:accent5>
      <a:accent6>
        <a:srgbClr val="93A96A"/>
      </a:accent6>
      <a:hlink>
        <a:srgbClr val="A1795A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304</TotalTime>
  <Words>48</Words>
  <Application>Microsoft Office PowerPoint</Application>
  <PresentationFormat>Geniş ekran</PresentationFormat>
  <Paragraphs>8</Paragraphs>
  <Slides>5</Slides>
  <Notes>2</Notes>
  <HiddenSlides>0</HiddenSlides>
  <MMClips>1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</vt:i4>
      </vt:variant>
    </vt:vector>
  </HeadingPairs>
  <TitlesOfParts>
    <vt:vector size="9" baseType="lpstr">
      <vt:lpstr>Arial</vt:lpstr>
      <vt:lpstr>Avenir Next LT Pro</vt:lpstr>
      <vt:lpstr>Calibri</vt:lpstr>
      <vt:lpstr>AccentBoxVTI</vt:lpstr>
      <vt:lpstr>PROJECT: SMART WEATHER DISPLAY (ISTANBUL) CONNECT WIFI</vt:lpstr>
      <vt:lpstr>SMART WEATHER DISPLAY (ISTANBUL) CONNECT WIFI</vt:lpstr>
      <vt:lpstr>SMART WEATHER DISPLAY (ISTANBUL) CONNECT WIFI</vt:lpstr>
      <vt:lpstr>SMART WEATHER DISPLAY (ISTANBUL) CONNECT WIFI</vt:lpstr>
      <vt:lpstr>SMART WEATHER DISPLAY (ISTANBUL) CONNECT WIFI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PROJECT1: HOME SECURITY AND  HOME AUTOMATION</dc:title>
  <dc:creator>Zeynep Gizem Çetinci</dc:creator>
  <cp:lastModifiedBy>Zeynep Gizem Çetinci</cp:lastModifiedBy>
  <cp:revision>47</cp:revision>
  <dcterms:created xsi:type="dcterms:W3CDTF">2021-03-17T17:30:43Z</dcterms:created>
  <dcterms:modified xsi:type="dcterms:W3CDTF">2021-07-29T23:47:56Z</dcterms:modified>
</cp:coreProperties>
</file>