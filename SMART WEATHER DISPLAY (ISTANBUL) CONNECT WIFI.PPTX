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5"/>
  </p:notesMasterIdLst>
  <p:sldIdLst>
    <p:sldId id="256" r:id="rId2"/>
    <p:sldId id="278" r:id="rId3"/>
    <p:sldId id="27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9" autoAdjust="0"/>
    <p:restoredTop sz="94660"/>
  </p:normalViewPr>
  <p:slideViewPr>
    <p:cSldViewPr snapToGrid="0">
      <p:cViewPr>
        <p:scale>
          <a:sx n="80" d="100"/>
          <a:sy n="80" d="100"/>
        </p:scale>
        <p:origin x="390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571A9-4CDF-430A-BAB1-CA88A8E13181}" type="datetimeFigureOut">
              <a:rPr lang="tr-TR" smtClean="0"/>
              <a:t>30.07.2021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F56E9-5059-481B-9B36-3D4D83097A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074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64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2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4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2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0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4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5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8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7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0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797" r:id="rId6"/>
    <p:sldLayoutId id="2147483793" r:id="rId7"/>
    <p:sldLayoutId id="2147483794" r:id="rId8"/>
    <p:sldLayoutId id="2147483795" r:id="rId9"/>
    <p:sldLayoutId id="2147483796" r:id="rId10"/>
    <p:sldLayoutId id="21474837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areketli bir trenden çekilen uzun pozlama fotoğraf">
            <a:extLst>
              <a:ext uri="{FF2B5EF4-FFF2-40B4-BE49-F238E27FC236}">
                <a16:creationId xmlns:a16="http://schemas.microsoft.com/office/drawing/2014/main" id="{9A757F2A-CD42-4AAB-82DB-22129E822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9" r="1188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047A07C-DCEC-4AD5-8FF7-481C323A0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11464637" cy="3204134"/>
          </a:xfrm>
        </p:spPr>
        <p:txBody>
          <a:bodyPr anchor="b">
            <a:normAutofit/>
          </a:bodyPr>
          <a:lstStyle/>
          <a:p>
            <a:r>
              <a:rPr lang="tr-TR" sz="4800" dirty="0">
                <a:solidFill>
                  <a:schemeClr val="accent1">
                    <a:lumMod val="50000"/>
                  </a:schemeClr>
                </a:solidFill>
              </a:rPr>
              <a:t>PROJECT: </a:t>
            </a:r>
            <a:r>
              <a:rPr lang="en-US" sz="4800" dirty="0">
                <a:solidFill>
                  <a:schemeClr val="accent1">
                    <a:lumMod val="50000"/>
                  </a:schemeClr>
                </a:solidFill>
              </a:rPr>
              <a:t>SMART WEATHER DISPLAY (ISTANBUL) CONNECT WIFI</a:t>
            </a:r>
            <a:endParaRPr lang="tr-TR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1513772-0B9B-4DF3-93F2-1DE60E00E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25540" cy="1208141"/>
          </a:xfrm>
        </p:spPr>
        <p:txBody>
          <a:bodyPr>
            <a:normAutofit/>
          </a:bodyPr>
          <a:lstStyle/>
          <a:p>
            <a:pPr algn="ctr"/>
            <a:r>
              <a:rPr lang="tr-TR" sz="2000" b="1" dirty="0">
                <a:solidFill>
                  <a:schemeClr val="accent1">
                    <a:lumMod val="75000"/>
                  </a:schemeClr>
                </a:solidFill>
              </a:rPr>
              <a:t>Zeynep Gizem ÇETİNCİ YALÇIN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30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2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AA4FA58-F8C8-4432-8B4F-AE88B6CB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accent1">
                    <a:lumMod val="50000"/>
                  </a:schemeClr>
                </a:solidFill>
              </a:rPr>
              <a:t>SMART WEATHER DISPLAY (ISTANBUL) CONNECT WIFI</a:t>
            </a:r>
          </a:p>
        </p:txBody>
      </p:sp>
      <p:sp>
        <p:nvSpPr>
          <p:cNvPr id="34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wifi" descr="metin, elektronik eşyalar, bilgisayar içeren bir resim&#10;&#10;Açıklama otomatik olarak oluşturuldu">
            <a:hlinkClick r:id="" action="ppaction://media"/>
            <a:extLst>
              <a:ext uri="{FF2B5EF4-FFF2-40B4-BE49-F238E27FC236}">
                <a16:creationId xmlns:a16="http://schemas.microsoft.com/office/drawing/2014/main" id="{661DD2CB-EBB3-495F-BEFF-5362367E52A6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5605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53051" y="289253"/>
            <a:ext cx="4506686" cy="62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7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6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AA4FA58-F8C8-4432-8B4F-AE88B6CB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63" y="1351930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accent1">
                    <a:lumMod val="50000"/>
                  </a:schemeClr>
                </a:solidFill>
              </a:rPr>
              <a:t>SMART WEATHER DISPLAY (ISTANBUL) CONNECT WIFI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İçerik Yer Tutucusu 5" descr="metin içeren bir resim&#10;&#10;Açıklama otomatik olarak oluşturuldu">
            <a:extLst>
              <a:ext uri="{FF2B5EF4-FFF2-40B4-BE49-F238E27FC236}">
                <a16:creationId xmlns:a16="http://schemas.microsoft.com/office/drawing/2014/main" id="{AE7321DD-4757-447A-89E4-9EAA154EF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212" y="1626642"/>
            <a:ext cx="6046622" cy="36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4432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213B39"/>
      </a:dk2>
      <a:lt2>
        <a:srgbClr val="E8E5E2"/>
      </a:lt2>
      <a:accent1>
        <a:srgbClr val="7FA6C4"/>
      </a:accent1>
      <a:accent2>
        <a:srgbClr val="6DAEAF"/>
      </a:accent2>
      <a:accent3>
        <a:srgbClr val="7AAC98"/>
      </a:accent3>
      <a:accent4>
        <a:srgbClr val="6DB079"/>
      </a:accent4>
      <a:accent5>
        <a:srgbClr val="86AC7A"/>
      </a:accent5>
      <a:accent6>
        <a:srgbClr val="93A96A"/>
      </a:accent6>
      <a:hlink>
        <a:srgbClr val="A1795A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354</TotalTime>
  <Words>30</Words>
  <Application>Microsoft Office PowerPoint</Application>
  <PresentationFormat>Geniş ekran</PresentationFormat>
  <Paragraphs>4</Paragraphs>
  <Slides>3</Slides>
  <Notes>0</Notes>
  <HiddenSlides>0</HiddenSlides>
  <MMClips>1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Avenir Next LT Pro</vt:lpstr>
      <vt:lpstr>Calibri</vt:lpstr>
      <vt:lpstr>AccentBoxVTI</vt:lpstr>
      <vt:lpstr>PROJECT: SMART WEATHER DISPLAY (ISTANBUL) CONNECT WIFI</vt:lpstr>
      <vt:lpstr>SMART WEATHER DISPLAY (ISTANBUL) CONNECT WIFI</vt:lpstr>
      <vt:lpstr>SMART WEATHER DISPLAY (ISTANBUL) CONNECT WIFI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PROJECT1: HOME SECURITY AND  HOME AUTOMATION</dc:title>
  <dc:creator>Zeynep Gizem Çetinci</dc:creator>
  <cp:lastModifiedBy>Zeynep Gizem Çetinci</cp:lastModifiedBy>
  <cp:revision>48</cp:revision>
  <dcterms:created xsi:type="dcterms:W3CDTF">2021-03-17T17:30:43Z</dcterms:created>
  <dcterms:modified xsi:type="dcterms:W3CDTF">2021-07-30T09:14:36Z</dcterms:modified>
</cp:coreProperties>
</file>